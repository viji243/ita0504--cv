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2"/>
    <p:sldId id="257" r:id="rId3"/>
    <p:sldId id="258" r:id="rId4"/>
    <p:sldId id="259" r:id="rId5"/>
    <p:sldId id="262" r:id="rId6"/>
    <p:sldId id="263" r:id="rId7"/>
  </p:sldIdLst>
  <p:sldSz cx="20104100" cy="11309350"/>
  <p:notesSz cx="20104100" cy="113093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32DDDE-1478-4A2C-BDB1-62C75380D5CB}" v="1" dt="2026-07-20T16:06:24.423"/>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48" d="100"/>
          <a:sy n="48" d="100"/>
        </p:scale>
        <p:origin x="821" y="4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thika S" userId="00d9083c6f3f2328" providerId="LiveId" clId="{E3341074-C2FA-4916-AD6B-D68D283B1C0F}"/>
    <pc:docChg chg="undo custSel addSld delSld modSld">
      <pc:chgData name="Lathika S" userId="00d9083c6f3f2328" providerId="LiveId" clId="{E3341074-C2FA-4916-AD6B-D68D283B1C0F}" dt="2026-07-21T03:41:54.081" v="370" actId="20577"/>
      <pc:docMkLst>
        <pc:docMk/>
      </pc:docMkLst>
      <pc:sldChg chg="modSp mod">
        <pc:chgData name="Lathika S" userId="00d9083c6f3f2328" providerId="LiveId" clId="{E3341074-C2FA-4916-AD6B-D68D283B1C0F}" dt="2026-07-20T16:06:31.308" v="368" actId="20577"/>
        <pc:sldMkLst>
          <pc:docMk/>
          <pc:sldMk cId="0" sldId="256"/>
        </pc:sldMkLst>
        <pc:spChg chg="mod">
          <ac:chgData name="Lathika S" userId="00d9083c6f3f2328" providerId="LiveId" clId="{E3341074-C2FA-4916-AD6B-D68D283B1C0F}" dt="2026-07-20T15:30:55.142" v="331" actId="20577"/>
          <ac:spMkLst>
            <pc:docMk/>
            <pc:sldMk cId="0" sldId="256"/>
            <ac:spMk id="4" creationId="{00000000-0000-0000-0000-000000000000}"/>
          </ac:spMkLst>
        </pc:spChg>
        <pc:spChg chg="mod">
          <ac:chgData name="Lathika S" userId="00d9083c6f3f2328" providerId="LiveId" clId="{E3341074-C2FA-4916-AD6B-D68D283B1C0F}" dt="2026-07-20T15:32:30.691" v="343" actId="20577"/>
          <ac:spMkLst>
            <pc:docMk/>
            <pc:sldMk cId="0" sldId="256"/>
            <ac:spMk id="7" creationId="{00000000-0000-0000-0000-000000000000}"/>
          </ac:spMkLst>
        </pc:spChg>
        <pc:spChg chg="mod">
          <ac:chgData name="Lathika S" userId="00d9083c6f3f2328" providerId="LiveId" clId="{E3341074-C2FA-4916-AD6B-D68D283B1C0F}" dt="2026-07-20T16:06:31.308" v="368" actId="20577"/>
          <ac:spMkLst>
            <pc:docMk/>
            <pc:sldMk cId="0" sldId="256"/>
            <ac:spMk id="8" creationId="{00000000-0000-0000-0000-000000000000}"/>
          </ac:spMkLst>
        </pc:spChg>
        <pc:spChg chg="mod">
          <ac:chgData name="Lathika S" userId="00d9083c6f3f2328" providerId="LiveId" clId="{E3341074-C2FA-4916-AD6B-D68D283B1C0F}" dt="2026-07-20T15:32:16.355" v="341" actId="20577"/>
          <ac:spMkLst>
            <pc:docMk/>
            <pc:sldMk cId="0" sldId="256"/>
            <ac:spMk id="9" creationId="{00000000-0000-0000-0000-000000000000}"/>
          </ac:spMkLst>
        </pc:spChg>
        <pc:spChg chg="mod">
          <ac:chgData name="Lathika S" userId="00d9083c6f3f2328" providerId="LiveId" clId="{E3341074-C2FA-4916-AD6B-D68D283B1C0F}" dt="2026-07-20T15:30:12.269" v="299" actId="20577"/>
          <ac:spMkLst>
            <pc:docMk/>
            <pc:sldMk cId="0" sldId="256"/>
            <ac:spMk id="11" creationId="{00000000-0000-0000-0000-000000000000}"/>
          </ac:spMkLst>
        </pc:spChg>
      </pc:sldChg>
      <pc:sldChg chg="modSp mod">
        <pc:chgData name="Lathika S" userId="00d9083c6f3f2328" providerId="LiveId" clId="{E3341074-C2FA-4916-AD6B-D68D283B1C0F}" dt="2026-07-21T03:41:54.081" v="370" actId="20577"/>
        <pc:sldMkLst>
          <pc:docMk/>
          <pc:sldMk cId="0" sldId="257"/>
        </pc:sldMkLst>
        <pc:spChg chg="mod">
          <ac:chgData name="Lathika S" userId="00d9083c6f3f2328" providerId="LiveId" clId="{E3341074-C2FA-4916-AD6B-D68D283B1C0F}" dt="2026-07-19T06:32:52.208" v="8" actId="1076"/>
          <ac:spMkLst>
            <pc:docMk/>
            <pc:sldMk cId="0" sldId="257"/>
            <ac:spMk id="2" creationId="{00000000-0000-0000-0000-000000000000}"/>
          </ac:spMkLst>
        </pc:spChg>
        <pc:spChg chg="mod">
          <ac:chgData name="Lathika S" userId="00d9083c6f3f2328" providerId="LiveId" clId="{E3341074-C2FA-4916-AD6B-D68D283B1C0F}" dt="2026-07-21T03:41:54.081" v="370" actId="20577"/>
          <ac:spMkLst>
            <pc:docMk/>
            <pc:sldMk cId="0" sldId="257"/>
            <ac:spMk id="4" creationId="{8591FDE6-35F6-DF1C-A999-A130FA3D8E58}"/>
          </ac:spMkLst>
        </pc:spChg>
      </pc:sldChg>
      <pc:sldChg chg="modSp mod">
        <pc:chgData name="Lathika S" userId="00d9083c6f3f2328" providerId="LiveId" clId="{E3341074-C2FA-4916-AD6B-D68D283B1C0F}" dt="2026-07-19T06:38:40.153" v="79" actId="1076"/>
        <pc:sldMkLst>
          <pc:docMk/>
          <pc:sldMk cId="0" sldId="258"/>
        </pc:sldMkLst>
        <pc:spChg chg="mod">
          <ac:chgData name="Lathika S" userId="00d9083c6f3f2328" providerId="LiveId" clId="{E3341074-C2FA-4916-AD6B-D68D283B1C0F}" dt="2026-07-19T06:37:54.071" v="66" actId="20577"/>
          <ac:spMkLst>
            <pc:docMk/>
            <pc:sldMk cId="0" sldId="258"/>
            <ac:spMk id="3" creationId="{E6F15EB6-DAAD-9781-93D7-DB20490EDD19}"/>
          </ac:spMkLst>
        </pc:spChg>
        <pc:spChg chg="mod">
          <ac:chgData name="Lathika S" userId="00d9083c6f3f2328" providerId="LiveId" clId="{E3341074-C2FA-4916-AD6B-D68D283B1C0F}" dt="2026-07-19T06:38:40.153" v="79" actId="1076"/>
          <ac:spMkLst>
            <pc:docMk/>
            <pc:sldMk cId="0" sldId="258"/>
            <ac:spMk id="9" creationId="{EEDF531D-36BF-6249-420A-6CCE9B786B3E}"/>
          </ac:spMkLst>
        </pc:spChg>
      </pc:sldChg>
      <pc:sldChg chg="modSp mod">
        <pc:chgData name="Lathika S" userId="00d9083c6f3f2328" providerId="LiveId" clId="{E3341074-C2FA-4916-AD6B-D68D283B1C0F}" dt="2026-07-19T06:44:59.053" v="122" actId="123"/>
        <pc:sldMkLst>
          <pc:docMk/>
          <pc:sldMk cId="0" sldId="259"/>
        </pc:sldMkLst>
        <pc:spChg chg="mod">
          <ac:chgData name="Lathika S" userId="00d9083c6f3f2328" providerId="LiveId" clId="{E3341074-C2FA-4916-AD6B-D68D283B1C0F}" dt="2026-07-19T06:42:56.598" v="111" actId="1076"/>
          <ac:spMkLst>
            <pc:docMk/>
            <pc:sldMk cId="0" sldId="259"/>
            <ac:spMk id="2" creationId="{00000000-0000-0000-0000-000000000000}"/>
          </ac:spMkLst>
        </pc:spChg>
        <pc:spChg chg="mod">
          <ac:chgData name="Lathika S" userId="00d9083c6f3f2328" providerId="LiveId" clId="{E3341074-C2FA-4916-AD6B-D68D283B1C0F}" dt="2026-07-19T06:44:59.053" v="122" actId="123"/>
          <ac:spMkLst>
            <pc:docMk/>
            <pc:sldMk cId="0" sldId="259"/>
            <ac:spMk id="6" creationId="{8D82FDDB-D20A-DC52-F555-F1BF84D186ED}"/>
          </ac:spMkLst>
        </pc:spChg>
      </pc:sldChg>
      <pc:sldChg chg="del">
        <pc:chgData name="Lathika S" userId="00d9083c6f3f2328" providerId="LiveId" clId="{E3341074-C2FA-4916-AD6B-D68D283B1C0F}" dt="2026-07-21T03:38:08.430" v="369" actId="47"/>
        <pc:sldMkLst>
          <pc:docMk/>
          <pc:sldMk cId="0" sldId="261"/>
        </pc:sldMkLst>
      </pc:sldChg>
      <pc:sldChg chg="addSp modSp new mod">
        <pc:chgData name="Lathika S" userId="00d9083c6f3f2328" providerId="LiveId" clId="{E3341074-C2FA-4916-AD6B-D68D283B1C0F}" dt="2026-07-19T06:56:14.550" v="234" actId="1076"/>
        <pc:sldMkLst>
          <pc:docMk/>
          <pc:sldMk cId="3214874064" sldId="262"/>
        </pc:sldMkLst>
        <pc:spChg chg="add mod">
          <ac:chgData name="Lathika S" userId="00d9083c6f3f2328" providerId="LiveId" clId="{E3341074-C2FA-4916-AD6B-D68D283B1C0F}" dt="2026-07-19T06:47:27.681" v="204" actId="1076"/>
          <ac:spMkLst>
            <pc:docMk/>
            <pc:sldMk cId="3214874064" sldId="262"/>
            <ac:spMk id="2" creationId="{2058B20B-B9BD-5DA6-6F98-FAC8CAE36215}"/>
          </ac:spMkLst>
        </pc:spChg>
        <pc:spChg chg="add mod">
          <ac:chgData name="Lathika S" userId="00d9083c6f3f2328" providerId="LiveId" clId="{E3341074-C2FA-4916-AD6B-D68D283B1C0F}" dt="2026-07-19T06:56:14.550" v="234" actId="1076"/>
          <ac:spMkLst>
            <pc:docMk/>
            <pc:sldMk cId="3214874064" sldId="262"/>
            <ac:spMk id="4" creationId="{5C5C8328-A63E-8142-CB13-787CCF6A8071}"/>
          </ac:spMkLst>
        </pc:spChg>
      </pc:sldChg>
      <pc:sldChg chg="addSp modSp new mod">
        <pc:chgData name="Lathika S" userId="00d9083c6f3f2328" providerId="LiveId" clId="{E3341074-C2FA-4916-AD6B-D68D283B1C0F}" dt="2026-07-19T07:02:55.424" v="288" actId="1076"/>
        <pc:sldMkLst>
          <pc:docMk/>
          <pc:sldMk cId="3722936678" sldId="263"/>
        </pc:sldMkLst>
        <pc:spChg chg="add mod">
          <ac:chgData name="Lathika S" userId="00d9083c6f3f2328" providerId="LiveId" clId="{E3341074-C2FA-4916-AD6B-D68D283B1C0F}" dt="2026-07-19T07:02:55.424" v="288" actId="1076"/>
          <ac:spMkLst>
            <pc:docMk/>
            <pc:sldMk cId="3722936678" sldId="263"/>
            <ac:spMk id="3" creationId="{C76CE5DC-908D-2932-29DB-ABD40558EC39}"/>
          </ac:spMkLst>
        </pc:spChg>
        <pc:spChg chg="add mod">
          <ac:chgData name="Lathika S" userId="00d9083c6f3f2328" providerId="LiveId" clId="{E3341074-C2FA-4916-AD6B-D68D283B1C0F}" dt="2026-07-19T07:01:42.994" v="271" actId="1076"/>
          <ac:spMkLst>
            <pc:docMk/>
            <pc:sldMk cId="3722936678" sldId="263"/>
            <ac:spMk id="4" creationId="{F359B408-2E31-A8D8-3A10-0A7C545458B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8712200" cy="5667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11387138" y="0"/>
            <a:ext cx="8712200" cy="566738"/>
          </a:xfrm>
          <a:prstGeom prst="rect">
            <a:avLst/>
          </a:prstGeom>
        </p:spPr>
        <p:txBody>
          <a:bodyPr vert="horz" lIns="91440" tIns="45720" rIns="91440" bIns="45720" rtlCol="0"/>
          <a:lstStyle>
            <a:lvl1pPr algn="r">
              <a:defRPr sz="1200"/>
            </a:lvl1pPr>
          </a:lstStyle>
          <a:p>
            <a:fld id="{40FE8264-9929-4279-AF4A-6DE54786DF0B}" type="datetimeFigureOut">
              <a:rPr lang="en-IN" smtClean="0"/>
              <a:t>20-07-2026</a:t>
            </a:fld>
            <a:endParaRPr lang="en-IN"/>
          </a:p>
        </p:txBody>
      </p:sp>
      <p:sp>
        <p:nvSpPr>
          <p:cNvPr id="4" name="Slide Image Placeholder 3"/>
          <p:cNvSpPr>
            <a:spLocks noGrp="1" noRot="1" noChangeAspect="1"/>
          </p:cNvSpPr>
          <p:nvPr>
            <p:ph type="sldImg" idx="2"/>
          </p:nvPr>
        </p:nvSpPr>
        <p:spPr>
          <a:xfrm>
            <a:off x="6659563" y="1414463"/>
            <a:ext cx="6784975" cy="38163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2009775" y="5441950"/>
            <a:ext cx="16084550" cy="445452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10742613"/>
            <a:ext cx="8712200" cy="5667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11387138" y="10742613"/>
            <a:ext cx="8712200" cy="566737"/>
          </a:xfrm>
          <a:prstGeom prst="rect">
            <a:avLst/>
          </a:prstGeom>
        </p:spPr>
        <p:txBody>
          <a:bodyPr vert="horz" lIns="91440" tIns="45720" rIns="91440" bIns="45720" rtlCol="0" anchor="b"/>
          <a:lstStyle>
            <a:lvl1pPr algn="r">
              <a:defRPr sz="1200"/>
            </a:lvl1pPr>
          </a:lstStyle>
          <a:p>
            <a:fld id="{7F20381D-CF2E-49BA-8D13-ADC6762C11E3}" type="slidenum">
              <a:rPr lang="en-IN" smtClean="0"/>
              <a:t>‹#›</a:t>
            </a:fld>
            <a:endParaRPr lang="en-IN"/>
          </a:p>
        </p:txBody>
      </p:sp>
    </p:spTree>
    <p:extLst>
      <p:ext uri="{BB962C8B-B14F-4D97-AF65-F5344CB8AC3E}">
        <p14:creationId xmlns:p14="http://schemas.microsoft.com/office/powerpoint/2010/main" val="35783991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F20381D-CF2E-49BA-8D13-ADC6762C11E3}" type="slidenum">
              <a:rPr lang="en-IN" smtClean="0"/>
              <a:t>3</a:t>
            </a:fld>
            <a:endParaRPr lang="en-IN"/>
          </a:p>
        </p:txBody>
      </p:sp>
    </p:spTree>
    <p:extLst>
      <p:ext uri="{BB962C8B-B14F-4D97-AF65-F5344CB8AC3E}">
        <p14:creationId xmlns:p14="http://schemas.microsoft.com/office/powerpoint/2010/main" val="37981933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507807" y="3505898"/>
            <a:ext cx="17088486" cy="2374963"/>
          </a:xfrm>
          <a:prstGeom prst="rect">
            <a:avLst/>
          </a:prstGeom>
        </p:spPr>
        <p:txBody>
          <a:bodyPr wrap="square" lIns="0" tIns="0" rIns="0" bIns="0">
            <a:spAutoFit/>
          </a:bodyPr>
          <a:lstStyle>
            <a:lvl1pPr>
              <a:defRPr sz="7000" b="1" i="0">
                <a:solidFill>
                  <a:schemeClr val="tx1"/>
                </a:solidFill>
                <a:latin typeface="Tahoma"/>
                <a:cs typeface="Tahoma"/>
              </a:defRPr>
            </a:lvl1pPr>
          </a:lstStyle>
          <a:p>
            <a:endParaRPr/>
          </a:p>
        </p:txBody>
      </p:sp>
      <p:sp>
        <p:nvSpPr>
          <p:cNvPr id="3" name="Holder 3"/>
          <p:cNvSpPr>
            <a:spLocks noGrp="1"/>
          </p:cNvSpPr>
          <p:nvPr>
            <p:ph type="subTitle" idx="4"/>
          </p:nvPr>
        </p:nvSpPr>
        <p:spPr>
          <a:xfrm>
            <a:off x="3015615" y="6333236"/>
            <a:ext cx="14072870" cy="2827337"/>
          </a:xfrm>
          <a:prstGeom prst="rect">
            <a:avLst/>
          </a:prstGeom>
        </p:spPr>
        <p:txBody>
          <a:bodyPr wrap="square" lIns="0" tIns="0" rIns="0" bIns="0">
            <a:spAutoFit/>
          </a:bodyPr>
          <a:lstStyle>
            <a:lvl1pPr>
              <a:defRPr sz="3950" b="0" i="0">
                <a:solidFill>
                  <a:schemeClr val="tx1"/>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7/20/2026</a:t>
            </a:fld>
            <a:endParaRPr lang="en-US"/>
          </a:p>
        </p:txBody>
      </p:sp>
      <p:sp>
        <p:nvSpPr>
          <p:cNvPr id="6" name="Holder 6"/>
          <p:cNvSpPr>
            <a:spLocks noGrp="1"/>
          </p:cNvSpPr>
          <p:nvPr>
            <p:ph type="sldNum" sz="quarter" idx="7"/>
          </p:nvPr>
        </p:nvSpPr>
        <p:spPr/>
        <p:txBody>
          <a:bodyPr lIns="0" tIns="0" rIns="0" bIns="0"/>
          <a:lstStyle>
            <a:lvl1pPr>
              <a:defRPr sz="1450" b="0" i="0">
                <a:solidFill>
                  <a:schemeClr val="tx1"/>
                </a:solidFill>
                <a:latin typeface="Tahoma"/>
                <a:cs typeface="Tahoma"/>
              </a:defRPr>
            </a:lvl1pPr>
          </a:lstStyle>
          <a:p>
            <a:pPr marL="64769">
              <a:lnSpc>
                <a:spcPct val="100000"/>
              </a:lnSpc>
              <a:spcBef>
                <a:spcPts val="95"/>
              </a:spcBef>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7000" b="1" i="0">
                <a:solidFill>
                  <a:schemeClr val="tx1"/>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sz="3950" b="0" i="0">
                <a:solidFill>
                  <a:schemeClr val="tx1"/>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7/20/2026</a:t>
            </a:fld>
            <a:endParaRPr lang="en-US"/>
          </a:p>
        </p:txBody>
      </p:sp>
      <p:sp>
        <p:nvSpPr>
          <p:cNvPr id="6" name="Holder 6"/>
          <p:cNvSpPr>
            <a:spLocks noGrp="1"/>
          </p:cNvSpPr>
          <p:nvPr>
            <p:ph type="sldNum" sz="quarter" idx="7"/>
          </p:nvPr>
        </p:nvSpPr>
        <p:spPr/>
        <p:txBody>
          <a:bodyPr lIns="0" tIns="0" rIns="0" bIns="0"/>
          <a:lstStyle>
            <a:lvl1pPr>
              <a:defRPr sz="1450" b="0" i="0">
                <a:solidFill>
                  <a:schemeClr val="tx1"/>
                </a:solidFill>
                <a:latin typeface="Tahoma"/>
                <a:cs typeface="Tahoma"/>
              </a:defRPr>
            </a:lvl1pPr>
          </a:lstStyle>
          <a:p>
            <a:pPr marL="64769">
              <a:lnSpc>
                <a:spcPct val="100000"/>
              </a:lnSpc>
              <a:spcBef>
                <a:spcPts val="95"/>
              </a:spcBef>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7000" b="1" i="0">
                <a:solidFill>
                  <a:schemeClr val="tx1"/>
                </a:solidFill>
                <a:latin typeface="Tahoma"/>
                <a:cs typeface="Tahoma"/>
              </a:defRPr>
            </a:lvl1pPr>
          </a:lstStyle>
          <a:p>
            <a:endParaRPr/>
          </a:p>
        </p:txBody>
      </p:sp>
      <p:sp>
        <p:nvSpPr>
          <p:cNvPr id="3" name="Holder 3"/>
          <p:cNvSpPr>
            <a:spLocks noGrp="1"/>
          </p:cNvSpPr>
          <p:nvPr>
            <p:ph sz="half" idx="2"/>
          </p:nvPr>
        </p:nvSpPr>
        <p:spPr>
          <a:xfrm>
            <a:off x="1005205" y="2601150"/>
            <a:ext cx="8745284" cy="746417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10353611" y="2601150"/>
            <a:ext cx="8745284" cy="746417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7/20/2026</a:t>
            </a:fld>
            <a:endParaRPr lang="en-US"/>
          </a:p>
        </p:txBody>
      </p:sp>
      <p:sp>
        <p:nvSpPr>
          <p:cNvPr id="7" name="Holder 7"/>
          <p:cNvSpPr>
            <a:spLocks noGrp="1"/>
          </p:cNvSpPr>
          <p:nvPr>
            <p:ph type="sldNum" sz="quarter" idx="7"/>
          </p:nvPr>
        </p:nvSpPr>
        <p:spPr/>
        <p:txBody>
          <a:bodyPr lIns="0" tIns="0" rIns="0" bIns="0"/>
          <a:lstStyle>
            <a:lvl1pPr>
              <a:defRPr sz="1450" b="0" i="0">
                <a:solidFill>
                  <a:schemeClr val="tx1"/>
                </a:solidFill>
                <a:latin typeface="Tahoma"/>
                <a:cs typeface="Tahoma"/>
              </a:defRPr>
            </a:lvl1pPr>
          </a:lstStyle>
          <a:p>
            <a:pPr marL="64769">
              <a:lnSpc>
                <a:spcPct val="100000"/>
              </a:lnSpc>
              <a:spcBef>
                <a:spcPts val="95"/>
              </a:spcBef>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7000" b="1" i="0">
                <a:solidFill>
                  <a:schemeClr val="tx1"/>
                </a:solidFill>
                <a:latin typeface="Tahoma"/>
                <a:cs typeface="Tahom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7/20/2026</a:t>
            </a:fld>
            <a:endParaRPr lang="en-US"/>
          </a:p>
        </p:txBody>
      </p:sp>
      <p:sp>
        <p:nvSpPr>
          <p:cNvPr id="5" name="Holder 5"/>
          <p:cNvSpPr>
            <a:spLocks noGrp="1"/>
          </p:cNvSpPr>
          <p:nvPr>
            <p:ph type="sldNum" sz="quarter" idx="7"/>
          </p:nvPr>
        </p:nvSpPr>
        <p:spPr/>
        <p:txBody>
          <a:bodyPr lIns="0" tIns="0" rIns="0" bIns="0"/>
          <a:lstStyle>
            <a:lvl1pPr>
              <a:defRPr sz="1450" b="0" i="0">
                <a:solidFill>
                  <a:schemeClr val="tx1"/>
                </a:solidFill>
                <a:latin typeface="Tahoma"/>
                <a:cs typeface="Tahoma"/>
              </a:defRPr>
            </a:lvl1pPr>
          </a:lstStyle>
          <a:p>
            <a:pPr marL="64769">
              <a:lnSpc>
                <a:spcPct val="100000"/>
              </a:lnSpc>
              <a:spcBef>
                <a:spcPts val="95"/>
              </a:spcBef>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7/20/2026</a:t>
            </a:fld>
            <a:endParaRPr lang="en-US"/>
          </a:p>
        </p:txBody>
      </p:sp>
      <p:sp>
        <p:nvSpPr>
          <p:cNvPr id="4" name="Holder 4"/>
          <p:cNvSpPr>
            <a:spLocks noGrp="1"/>
          </p:cNvSpPr>
          <p:nvPr>
            <p:ph type="sldNum" sz="quarter" idx="7"/>
          </p:nvPr>
        </p:nvSpPr>
        <p:spPr/>
        <p:txBody>
          <a:bodyPr lIns="0" tIns="0" rIns="0" bIns="0"/>
          <a:lstStyle>
            <a:lvl1pPr>
              <a:defRPr sz="1450" b="0" i="0">
                <a:solidFill>
                  <a:schemeClr val="tx1"/>
                </a:solidFill>
                <a:latin typeface="Tahoma"/>
                <a:cs typeface="Tahoma"/>
              </a:defRPr>
            </a:lvl1pPr>
          </a:lstStyle>
          <a:p>
            <a:pPr marL="64769">
              <a:lnSpc>
                <a:spcPct val="100000"/>
              </a:lnSpc>
              <a:spcBef>
                <a:spcPts val="95"/>
              </a:spcBef>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55888" y="43018"/>
            <a:ext cx="1229155" cy="1485092"/>
          </a:xfrm>
          <a:prstGeom prst="rect">
            <a:avLst/>
          </a:prstGeom>
        </p:spPr>
      </p:pic>
      <p:pic>
        <p:nvPicPr>
          <p:cNvPr id="17" name="bg object 17"/>
          <p:cNvPicPr/>
          <p:nvPr/>
        </p:nvPicPr>
        <p:blipFill>
          <a:blip r:embed="rId8" cstate="print"/>
          <a:stretch>
            <a:fillRect/>
          </a:stretch>
        </p:blipFill>
        <p:spPr>
          <a:xfrm>
            <a:off x="18647660" y="32547"/>
            <a:ext cx="1367017" cy="1506310"/>
          </a:xfrm>
          <a:prstGeom prst="rect">
            <a:avLst/>
          </a:prstGeom>
        </p:spPr>
      </p:pic>
      <p:sp>
        <p:nvSpPr>
          <p:cNvPr id="2" name="Holder 2"/>
          <p:cNvSpPr>
            <a:spLocks noGrp="1"/>
          </p:cNvSpPr>
          <p:nvPr>
            <p:ph type="title"/>
          </p:nvPr>
        </p:nvSpPr>
        <p:spPr>
          <a:xfrm>
            <a:off x="1013446" y="411082"/>
            <a:ext cx="18000578" cy="2257697"/>
          </a:xfrm>
          <a:prstGeom prst="rect">
            <a:avLst/>
          </a:prstGeom>
        </p:spPr>
        <p:txBody>
          <a:bodyPr wrap="square" lIns="0" tIns="0" rIns="0" bIns="0">
            <a:spAutoFit/>
          </a:bodyPr>
          <a:lstStyle>
            <a:lvl1pPr>
              <a:defRPr sz="7000" b="1" i="0">
                <a:solidFill>
                  <a:schemeClr val="tx1"/>
                </a:solidFill>
                <a:latin typeface="Tahoma"/>
                <a:cs typeface="Tahoma"/>
              </a:defRPr>
            </a:lvl1pPr>
          </a:lstStyle>
          <a:p>
            <a:endParaRPr/>
          </a:p>
        </p:txBody>
      </p:sp>
      <p:sp>
        <p:nvSpPr>
          <p:cNvPr id="3" name="Holder 3"/>
          <p:cNvSpPr>
            <a:spLocks noGrp="1"/>
          </p:cNvSpPr>
          <p:nvPr>
            <p:ph type="body" idx="1"/>
          </p:nvPr>
        </p:nvSpPr>
        <p:spPr>
          <a:xfrm>
            <a:off x="1021299" y="3461014"/>
            <a:ext cx="14521180" cy="2656840"/>
          </a:xfrm>
          <a:prstGeom prst="rect">
            <a:avLst/>
          </a:prstGeom>
        </p:spPr>
        <p:txBody>
          <a:bodyPr wrap="square" lIns="0" tIns="0" rIns="0" bIns="0">
            <a:spAutoFit/>
          </a:bodyPr>
          <a:lstStyle>
            <a:lvl1pPr>
              <a:defRPr sz="3950" b="0" i="0">
                <a:solidFill>
                  <a:schemeClr val="tx1"/>
                </a:solidFill>
                <a:latin typeface="Tahoma"/>
                <a:cs typeface="Tahoma"/>
              </a:defRPr>
            </a:lvl1pPr>
          </a:lstStyle>
          <a:p>
            <a:endParaRPr/>
          </a:p>
        </p:txBody>
      </p:sp>
      <p:sp>
        <p:nvSpPr>
          <p:cNvPr id="4" name="Holder 4"/>
          <p:cNvSpPr>
            <a:spLocks noGrp="1"/>
          </p:cNvSpPr>
          <p:nvPr>
            <p:ph type="ftr" sz="quarter" idx="5"/>
          </p:nvPr>
        </p:nvSpPr>
        <p:spPr>
          <a:xfrm>
            <a:off x="6835394" y="10517696"/>
            <a:ext cx="6433312" cy="56546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1005205" y="10517696"/>
            <a:ext cx="4623943" cy="56546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7/20/2026</a:t>
            </a:fld>
            <a:endParaRPr lang="en-US"/>
          </a:p>
        </p:txBody>
      </p:sp>
      <p:sp>
        <p:nvSpPr>
          <p:cNvPr id="6" name="Holder 6"/>
          <p:cNvSpPr>
            <a:spLocks noGrp="1"/>
          </p:cNvSpPr>
          <p:nvPr>
            <p:ph type="sldNum" sz="quarter" idx="7"/>
          </p:nvPr>
        </p:nvSpPr>
        <p:spPr>
          <a:xfrm>
            <a:off x="9929377" y="10813246"/>
            <a:ext cx="235584" cy="263525"/>
          </a:xfrm>
          <a:prstGeom prst="rect">
            <a:avLst/>
          </a:prstGeom>
        </p:spPr>
        <p:txBody>
          <a:bodyPr wrap="square" lIns="0" tIns="0" rIns="0" bIns="0">
            <a:spAutoFit/>
          </a:bodyPr>
          <a:lstStyle>
            <a:lvl1pPr>
              <a:defRPr sz="1450" b="0" i="0">
                <a:solidFill>
                  <a:schemeClr val="tx1"/>
                </a:solidFill>
                <a:latin typeface="Tahoma"/>
                <a:cs typeface="Tahoma"/>
              </a:defRPr>
            </a:lvl1pPr>
          </a:lstStyle>
          <a:p>
            <a:pPr marL="64769">
              <a:lnSpc>
                <a:spcPct val="100000"/>
              </a:lnSpc>
              <a:spcBef>
                <a:spcPts val="95"/>
              </a:spcBef>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6738" y="0"/>
            <a:ext cx="1646140" cy="1807529"/>
          </a:xfrm>
          <a:prstGeom prst="rect">
            <a:avLst/>
          </a:prstGeom>
        </p:spPr>
      </p:pic>
      <p:pic>
        <p:nvPicPr>
          <p:cNvPr id="3" name="object 3"/>
          <p:cNvPicPr/>
          <p:nvPr/>
        </p:nvPicPr>
        <p:blipFill>
          <a:blip r:embed="rId3" cstate="print"/>
          <a:stretch>
            <a:fillRect/>
          </a:stretch>
        </p:blipFill>
        <p:spPr>
          <a:xfrm>
            <a:off x="18295346" y="176330"/>
            <a:ext cx="1360140" cy="1418645"/>
          </a:xfrm>
          <a:prstGeom prst="rect">
            <a:avLst/>
          </a:prstGeom>
        </p:spPr>
      </p:pic>
      <p:sp>
        <p:nvSpPr>
          <p:cNvPr id="4" name="object 4"/>
          <p:cNvSpPr txBox="1"/>
          <p:nvPr/>
        </p:nvSpPr>
        <p:spPr>
          <a:xfrm>
            <a:off x="12566650" y="7663708"/>
            <a:ext cx="4973636" cy="1359346"/>
          </a:xfrm>
          <a:prstGeom prst="rect">
            <a:avLst/>
          </a:prstGeom>
        </p:spPr>
        <p:txBody>
          <a:bodyPr vert="horz" wrap="square" lIns="0" tIns="63500" rIns="0" bIns="0" rtlCol="0">
            <a:spAutoFit/>
          </a:bodyPr>
          <a:lstStyle/>
          <a:p>
            <a:pPr marL="134620" marR="127635" algn="ctr">
              <a:lnSpc>
                <a:spcPts val="3210"/>
              </a:lnSpc>
              <a:spcBef>
                <a:spcPts val="500"/>
              </a:spcBef>
            </a:pPr>
            <a:endParaRPr lang="en-US" sz="2950" b="1" spc="-120" dirty="0">
              <a:latin typeface="Tahoma"/>
              <a:cs typeface="Tahoma"/>
            </a:endParaRPr>
          </a:p>
          <a:p>
            <a:pPr marL="134620" marR="127635" algn="ctr">
              <a:lnSpc>
                <a:spcPts val="3210"/>
              </a:lnSpc>
              <a:spcBef>
                <a:spcPts val="500"/>
              </a:spcBef>
            </a:pPr>
            <a:endParaRPr lang="en-US" sz="2950" b="1" spc="-120" dirty="0">
              <a:latin typeface="Tahoma"/>
              <a:cs typeface="Tahoma"/>
            </a:endParaRPr>
          </a:p>
          <a:p>
            <a:pPr algn="ctr">
              <a:lnSpc>
                <a:spcPts val="3150"/>
              </a:lnSpc>
            </a:pPr>
            <a:r>
              <a:rPr lang="en-US" sz="2950" b="1" spc="-120" dirty="0">
                <a:latin typeface="Tahoma"/>
                <a:cs typeface="Tahoma"/>
              </a:rPr>
              <a:t>             SIMATS</a:t>
            </a:r>
            <a:r>
              <a:rPr lang="en-US" sz="2950" b="1" spc="-75" dirty="0">
                <a:latin typeface="Tahoma"/>
                <a:cs typeface="Tahoma"/>
              </a:rPr>
              <a:t> </a:t>
            </a:r>
            <a:r>
              <a:rPr lang="en-US" sz="2950" b="1" spc="-65" dirty="0">
                <a:latin typeface="Tahoma"/>
                <a:cs typeface="Tahoma"/>
              </a:rPr>
              <a:t>Engineering</a:t>
            </a:r>
            <a:endParaRPr lang="en-US" sz="2950" dirty="0">
              <a:latin typeface="Tahoma"/>
              <a:cs typeface="Tahoma"/>
            </a:endParaRPr>
          </a:p>
        </p:txBody>
      </p:sp>
      <p:sp>
        <p:nvSpPr>
          <p:cNvPr id="12" name="object 12"/>
          <p:cNvSpPr txBox="1">
            <a:spLocks noGrp="1"/>
          </p:cNvSpPr>
          <p:nvPr>
            <p:ph type="sldNum" sz="quarter" idx="7"/>
          </p:nvPr>
        </p:nvSpPr>
        <p:spPr>
          <a:prstGeom prst="rect">
            <a:avLst/>
          </a:prstGeom>
        </p:spPr>
        <p:txBody>
          <a:bodyPr vert="horz" wrap="square" lIns="0" tIns="12065" rIns="0" bIns="0" rtlCol="0">
            <a:spAutoFit/>
          </a:bodyPr>
          <a:lstStyle/>
          <a:p>
            <a:pPr marL="64769">
              <a:lnSpc>
                <a:spcPct val="100000"/>
              </a:lnSpc>
              <a:spcBef>
                <a:spcPts val="95"/>
              </a:spcBef>
            </a:pPr>
            <a:fld id="{81D60167-4931-47E6-BA6A-407CBD079E47}" type="slidenum">
              <a:rPr spc="-50" dirty="0"/>
              <a:t>1</a:t>
            </a:fld>
            <a:endParaRPr spc="-50" dirty="0"/>
          </a:p>
        </p:txBody>
      </p:sp>
      <p:sp>
        <p:nvSpPr>
          <p:cNvPr id="5" name="object 5"/>
          <p:cNvSpPr txBox="1"/>
          <p:nvPr/>
        </p:nvSpPr>
        <p:spPr>
          <a:xfrm>
            <a:off x="1765295" y="7786079"/>
            <a:ext cx="3157220" cy="1363707"/>
          </a:xfrm>
          <a:prstGeom prst="rect">
            <a:avLst/>
          </a:prstGeom>
        </p:spPr>
        <p:txBody>
          <a:bodyPr vert="horz" wrap="square" lIns="0" tIns="12065" rIns="0" bIns="0" rtlCol="0">
            <a:spAutoFit/>
          </a:bodyPr>
          <a:lstStyle/>
          <a:p>
            <a:pPr marL="12700" marR="5080">
              <a:lnSpc>
                <a:spcPct val="100600"/>
              </a:lnSpc>
              <a:spcBef>
                <a:spcPts val="95"/>
              </a:spcBef>
            </a:pPr>
            <a:r>
              <a:rPr lang="en-IN" sz="2950" b="1" spc="-105" dirty="0">
                <a:latin typeface="Tahoma"/>
                <a:cs typeface="Tahoma"/>
              </a:rPr>
              <a:t>Lathika . S</a:t>
            </a:r>
            <a:r>
              <a:rPr sz="2950" b="1" spc="-85" dirty="0">
                <a:latin typeface="Tahoma"/>
                <a:cs typeface="Tahoma"/>
              </a:rPr>
              <a:t> </a:t>
            </a:r>
            <a:r>
              <a:rPr lang="en-IN" sz="2950" b="1" spc="-70" dirty="0">
                <a:latin typeface="Tahoma"/>
                <a:cs typeface="Tahoma"/>
              </a:rPr>
              <a:t>192425066</a:t>
            </a:r>
            <a:endParaRPr lang="en-IN" sz="2950" b="1" spc="-10" dirty="0">
              <a:latin typeface="Tahoma"/>
              <a:cs typeface="Tahoma"/>
            </a:endParaRPr>
          </a:p>
          <a:p>
            <a:pPr marL="12700" marR="5080">
              <a:lnSpc>
                <a:spcPct val="100600"/>
              </a:lnSpc>
              <a:spcBef>
                <a:spcPts val="95"/>
              </a:spcBef>
            </a:pPr>
            <a:endParaRPr sz="2950" dirty="0">
              <a:latin typeface="Tahoma"/>
              <a:cs typeface="Tahoma"/>
            </a:endParaRPr>
          </a:p>
        </p:txBody>
      </p:sp>
      <p:sp>
        <p:nvSpPr>
          <p:cNvPr id="7" name="object 7"/>
          <p:cNvSpPr txBox="1">
            <a:spLocks noGrp="1"/>
          </p:cNvSpPr>
          <p:nvPr>
            <p:ph type="title"/>
          </p:nvPr>
        </p:nvSpPr>
        <p:spPr>
          <a:xfrm>
            <a:off x="6711196" y="298898"/>
            <a:ext cx="6907530" cy="689291"/>
          </a:xfrm>
          <a:prstGeom prst="rect">
            <a:avLst/>
          </a:prstGeom>
        </p:spPr>
        <p:txBody>
          <a:bodyPr vert="horz" wrap="square" lIns="0" tIns="12065" rIns="0" bIns="0" rtlCol="0">
            <a:spAutoFit/>
          </a:bodyPr>
          <a:lstStyle/>
          <a:p>
            <a:pPr marL="12700">
              <a:lnSpc>
                <a:spcPct val="100000"/>
              </a:lnSpc>
              <a:spcBef>
                <a:spcPts val="95"/>
              </a:spcBef>
            </a:pPr>
            <a:r>
              <a:rPr sz="4400" spc="-210" dirty="0">
                <a:solidFill>
                  <a:srgbClr val="EE230C"/>
                </a:solidFill>
              </a:rPr>
              <a:t>SIMATS</a:t>
            </a:r>
            <a:r>
              <a:rPr sz="4400" spc="-135" dirty="0">
                <a:solidFill>
                  <a:srgbClr val="EE230C"/>
                </a:solidFill>
              </a:rPr>
              <a:t> </a:t>
            </a:r>
            <a:r>
              <a:rPr sz="4400" spc="-160" dirty="0">
                <a:solidFill>
                  <a:srgbClr val="EE230C"/>
                </a:solidFill>
              </a:rPr>
              <a:t>ENGINEERING</a:t>
            </a:r>
            <a:endParaRPr sz="4400" dirty="0"/>
          </a:p>
        </p:txBody>
      </p:sp>
      <p:sp>
        <p:nvSpPr>
          <p:cNvPr id="8" name="object 8"/>
          <p:cNvSpPr txBox="1"/>
          <p:nvPr/>
        </p:nvSpPr>
        <p:spPr>
          <a:xfrm>
            <a:off x="2425785" y="1164811"/>
            <a:ext cx="15869561" cy="5536131"/>
          </a:xfrm>
          <a:prstGeom prst="rect">
            <a:avLst/>
          </a:prstGeom>
        </p:spPr>
        <p:txBody>
          <a:bodyPr vert="horz" wrap="square" lIns="0" tIns="163830" rIns="0" bIns="0" rtlCol="0">
            <a:spAutoFit/>
          </a:bodyPr>
          <a:lstStyle/>
          <a:p>
            <a:pPr marL="12065" marR="5080" algn="ctr">
              <a:lnSpc>
                <a:spcPct val="79900"/>
              </a:lnSpc>
              <a:spcBef>
                <a:spcPts val="1290"/>
              </a:spcBef>
            </a:pPr>
            <a:r>
              <a:rPr sz="4000" b="1" spc="-165" dirty="0">
                <a:solidFill>
                  <a:srgbClr val="EE230C"/>
                </a:solidFill>
                <a:latin typeface="Tahoma"/>
                <a:cs typeface="Tahoma"/>
              </a:rPr>
              <a:t>Saveetha</a:t>
            </a:r>
            <a:r>
              <a:rPr sz="4000" b="1" spc="-210" dirty="0">
                <a:solidFill>
                  <a:srgbClr val="EE230C"/>
                </a:solidFill>
                <a:latin typeface="Tahoma"/>
                <a:cs typeface="Tahoma"/>
              </a:rPr>
              <a:t> </a:t>
            </a:r>
            <a:r>
              <a:rPr sz="4000" b="1" spc="-295" dirty="0">
                <a:solidFill>
                  <a:srgbClr val="EE230C"/>
                </a:solidFill>
                <a:latin typeface="Tahoma"/>
                <a:cs typeface="Tahoma"/>
              </a:rPr>
              <a:t>Institute</a:t>
            </a:r>
            <a:r>
              <a:rPr sz="4000" b="1" spc="-85" dirty="0">
                <a:solidFill>
                  <a:srgbClr val="EE230C"/>
                </a:solidFill>
                <a:latin typeface="Tahoma"/>
                <a:cs typeface="Tahoma"/>
              </a:rPr>
              <a:t> </a:t>
            </a:r>
            <a:r>
              <a:rPr sz="4000" b="1" spc="-20" dirty="0">
                <a:solidFill>
                  <a:srgbClr val="EE230C"/>
                </a:solidFill>
                <a:latin typeface="Tahoma"/>
                <a:cs typeface="Tahoma"/>
              </a:rPr>
              <a:t>of</a:t>
            </a:r>
            <a:r>
              <a:rPr sz="4000" b="1" spc="-340" dirty="0">
                <a:solidFill>
                  <a:srgbClr val="EE230C"/>
                </a:solidFill>
                <a:latin typeface="Tahoma"/>
                <a:cs typeface="Tahoma"/>
              </a:rPr>
              <a:t> </a:t>
            </a:r>
            <a:r>
              <a:rPr sz="4000" b="1" spc="-55" dirty="0">
                <a:solidFill>
                  <a:srgbClr val="EE230C"/>
                </a:solidFill>
                <a:latin typeface="Tahoma"/>
                <a:cs typeface="Tahoma"/>
              </a:rPr>
              <a:t>Medical</a:t>
            </a:r>
            <a:r>
              <a:rPr sz="4000" b="1" spc="-250" dirty="0">
                <a:solidFill>
                  <a:srgbClr val="EE230C"/>
                </a:solidFill>
                <a:latin typeface="Tahoma"/>
                <a:cs typeface="Tahoma"/>
              </a:rPr>
              <a:t> </a:t>
            </a:r>
            <a:r>
              <a:rPr sz="4000" b="1" spc="-100" dirty="0">
                <a:solidFill>
                  <a:srgbClr val="EE230C"/>
                </a:solidFill>
                <a:latin typeface="Tahoma"/>
                <a:cs typeface="Tahoma"/>
              </a:rPr>
              <a:t>and</a:t>
            </a:r>
            <a:r>
              <a:rPr sz="4000" b="1" spc="-220" dirty="0">
                <a:solidFill>
                  <a:srgbClr val="EE230C"/>
                </a:solidFill>
                <a:latin typeface="Tahoma"/>
                <a:cs typeface="Tahoma"/>
              </a:rPr>
              <a:t> </a:t>
            </a:r>
            <a:r>
              <a:rPr sz="4000" b="1" spc="-605" dirty="0">
                <a:solidFill>
                  <a:srgbClr val="EE230C"/>
                </a:solidFill>
                <a:latin typeface="Tahoma"/>
                <a:cs typeface="Tahoma"/>
              </a:rPr>
              <a:t>T</a:t>
            </a:r>
            <a:r>
              <a:rPr sz="4000" b="1" spc="-90" dirty="0">
                <a:solidFill>
                  <a:srgbClr val="EE230C"/>
                </a:solidFill>
                <a:latin typeface="Tahoma"/>
                <a:cs typeface="Tahoma"/>
              </a:rPr>
              <a:t>echnica</a:t>
            </a:r>
            <a:r>
              <a:rPr sz="4000" b="1" spc="-80" dirty="0">
                <a:solidFill>
                  <a:srgbClr val="EE230C"/>
                </a:solidFill>
                <a:latin typeface="Tahoma"/>
                <a:cs typeface="Tahoma"/>
              </a:rPr>
              <a:t>l</a:t>
            </a:r>
            <a:r>
              <a:rPr sz="4000" b="1" spc="-210" dirty="0">
                <a:solidFill>
                  <a:srgbClr val="EE230C"/>
                </a:solidFill>
                <a:latin typeface="Tahoma"/>
                <a:cs typeface="Tahoma"/>
              </a:rPr>
              <a:t> </a:t>
            </a:r>
            <a:r>
              <a:rPr sz="4000" b="1" spc="-10" dirty="0">
                <a:solidFill>
                  <a:srgbClr val="EE230C"/>
                </a:solidFill>
                <a:latin typeface="Tahoma"/>
                <a:cs typeface="Tahoma"/>
              </a:rPr>
              <a:t>Sciences </a:t>
            </a:r>
            <a:r>
              <a:rPr sz="4000" b="1" spc="-260" dirty="0">
                <a:solidFill>
                  <a:srgbClr val="EE230C"/>
                </a:solidFill>
                <a:latin typeface="Tahoma"/>
                <a:cs typeface="Tahoma"/>
              </a:rPr>
              <a:t>Chennai-</a:t>
            </a:r>
            <a:r>
              <a:rPr sz="4000" b="1" spc="-280" dirty="0">
                <a:solidFill>
                  <a:srgbClr val="EE230C"/>
                </a:solidFill>
                <a:latin typeface="Tahoma"/>
                <a:cs typeface="Tahoma"/>
              </a:rPr>
              <a:t>602105.</a:t>
            </a:r>
            <a:endParaRPr sz="4000" dirty="0">
              <a:latin typeface="Tahoma"/>
              <a:cs typeface="Tahoma"/>
            </a:endParaRPr>
          </a:p>
          <a:p>
            <a:pPr algn="ctr">
              <a:lnSpc>
                <a:spcPct val="100000"/>
              </a:lnSpc>
              <a:spcBef>
                <a:spcPts val="95"/>
              </a:spcBef>
            </a:pPr>
            <a:endParaRPr lang="en-US" sz="4000" dirty="0">
              <a:latin typeface="Times New Roman" panose="02020603050405020304" pitchFamily="18" charset="0"/>
              <a:cs typeface="Times New Roman" panose="02020603050405020304" pitchFamily="18" charset="0"/>
            </a:endParaRPr>
          </a:p>
          <a:p>
            <a:pPr algn="ctr">
              <a:lnSpc>
                <a:spcPct val="100000"/>
              </a:lnSpc>
              <a:spcBef>
                <a:spcPts val="95"/>
              </a:spcBef>
            </a:pPr>
            <a:endParaRPr lang="en-US" sz="4000" dirty="0">
              <a:latin typeface="Times New Roman" panose="02020603050405020304" pitchFamily="18" charset="0"/>
              <a:cs typeface="Times New Roman" panose="02020603050405020304" pitchFamily="18" charset="0"/>
            </a:endParaRPr>
          </a:p>
          <a:p>
            <a:pPr algn="ctr">
              <a:lnSpc>
                <a:spcPct val="100000"/>
              </a:lnSpc>
              <a:spcBef>
                <a:spcPts val="95"/>
              </a:spcBef>
            </a:pPr>
            <a:r>
              <a:rPr lang="en-US" sz="4000" dirty="0">
                <a:latin typeface="Times New Roman" panose="02020603050405020304" pitchFamily="18" charset="0"/>
                <a:cs typeface="Times New Roman" panose="02020603050405020304" pitchFamily="18" charset="0"/>
              </a:rPr>
              <a:t>ITA0504-Computer Vision </a:t>
            </a:r>
          </a:p>
          <a:p>
            <a:pPr algn="ctr">
              <a:lnSpc>
                <a:spcPct val="100000"/>
              </a:lnSpc>
              <a:spcBef>
                <a:spcPts val="95"/>
              </a:spcBef>
            </a:pPr>
            <a:endParaRPr lang="en-US" sz="4000" dirty="0">
              <a:latin typeface="Times New Roman" panose="02020603050405020304" pitchFamily="18" charset="0"/>
              <a:cs typeface="Times New Roman" panose="02020603050405020304" pitchFamily="18" charset="0"/>
            </a:endParaRPr>
          </a:p>
          <a:p>
            <a:pPr algn="ctr">
              <a:lnSpc>
                <a:spcPct val="100000"/>
              </a:lnSpc>
              <a:spcBef>
                <a:spcPts val="95"/>
              </a:spcBef>
            </a:pPr>
            <a:r>
              <a:rPr lang="en-US" sz="4000" b="1" dirty="0">
                <a:latin typeface="Times New Roman" panose="02020603050405020304" pitchFamily="18" charset="0"/>
                <a:cs typeface="Times New Roman" panose="02020603050405020304" pitchFamily="18" charset="0"/>
              </a:rPr>
              <a:t>Analyze aliasing effects in video streams, defining problems and demonstrating with simulations or visual examples</a:t>
            </a:r>
          </a:p>
          <a:p>
            <a:pPr algn="ctr">
              <a:lnSpc>
                <a:spcPct val="100000"/>
              </a:lnSpc>
              <a:spcBef>
                <a:spcPts val="95"/>
              </a:spcBef>
            </a:pPr>
            <a:endParaRPr lang="en-US" sz="4000" dirty="0">
              <a:latin typeface="Times New Roman" panose="02020603050405020304" pitchFamily="18" charset="0"/>
              <a:cs typeface="Times New Roman" panose="02020603050405020304" pitchFamily="18" charset="0"/>
            </a:endParaRPr>
          </a:p>
        </p:txBody>
      </p:sp>
      <p:sp>
        <p:nvSpPr>
          <p:cNvPr id="9" name="object 9"/>
          <p:cNvSpPr txBox="1"/>
          <p:nvPr/>
        </p:nvSpPr>
        <p:spPr>
          <a:xfrm>
            <a:off x="13636439" y="6222439"/>
            <a:ext cx="10933234" cy="2802689"/>
          </a:xfrm>
          <a:prstGeom prst="rect">
            <a:avLst/>
          </a:prstGeom>
        </p:spPr>
        <p:txBody>
          <a:bodyPr vert="horz" wrap="square" lIns="0" tIns="14604" rIns="0" bIns="0" rtlCol="0">
            <a:spAutoFit/>
          </a:bodyPr>
          <a:lstStyle/>
          <a:p>
            <a:pPr marL="12700">
              <a:lnSpc>
                <a:spcPct val="100000"/>
              </a:lnSpc>
              <a:spcBef>
                <a:spcPts val="114"/>
              </a:spcBef>
            </a:pPr>
            <a:r>
              <a:rPr lang="en-IN" sz="2950" b="1" spc="-50" dirty="0">
                <a:latin typeface="Tahoma"/>
                <a:cs typeface="Tahoma"/>
              </a:rPr>
              <a:t> </a:t>
            </a:r>
          </a:p>
          <a:p>
            <a:pPr marL="12700">
              <a:lnSpc>
                <a:spcPct val="100000"/>
              </a:lnSpc>
              <a:spcBef>
                <a:spcPts val="114"/>
              </a:spcBef>
            </a:pPr>
            <a:endParaRPr lang="en-IN" sz="2950" b="1" spc="-50" dirty="0">
              <a:latin typeface="Tahoma"/>
              <a:cs typeface="Tahoma"/>
            </a:endParaRPr>
          </a:p>
          <a:p>
            <a:pPr marL="12700">
              <a:lnSpc>
                <a:spcPct val="100000"/>
              </a:lnSpc>
              <a:spcBef>
                <a:spcPts val="114"/>
              </a:spcBef>
            </a:pPr>
            <a:r>
              <a:rPr lang="en-IN" sz="2950" b="1" spc="-50" dirty="0">
                <a:latin typeface="Tahoma"/>
                <a:cs typeface="Tahoma"/>
              </a:rPr>
              <a:t>  </a:t>
            </a:r>
            <a:r>
              <a:rPr sz="2950" b="1" spc="-50" dirty="0">
                <a:latin typeface="Tahoma"/>
                <a:cs typeface="Tahoma"/>
              </a:rPr>
              <a:t>Supervisor</a:t>
            </a:r>
            <a:r>
              <a:rPr lang="en-IN" sz="2950" b="1" spc="-50" dirty="0">
                <a:latin typeface="Tahoma"/>
                <a:cs typeface="Tahoma"/>
              </a:rPr>
              <a:t>:</a:t>
            </a:r>
          </a:p>
          <a:p>
            <a:pPr marL="12700">
              <a:lnSpc>
                <a:spcPct val="100000"/>
              </a:lnSpc>
              <a:spcBef>
                <a:spcPts val="114"/>
              </a:spcBef>
            </a:pPr>
            <a:r>
              <a:rPr lang="en-IN" sz="2950" b="1" spc="-50" dirty="0">
                <a:latin typeface="Tahoma"/>
                <a:cs typeface="Tahoma"/>
              </a:rPr>
              <a:t>  Mathivanan . P</a:t>
            </a:r>
          </a:p>
          <a:p>
            <a:pPr marL="12700">
              <a:lnSpc>
                <a:spcPct val="100000"/>
              </a:lnSpc>
              <a:spcBef>
                <a:spcPts val="114"/>
              </a:spcBef>
            </a:pPr>
            <a:endParaRPr lang="en-IN" sz="2950" b="1" spc="-50" dirty="0">
              <a:latin typeface="Tahoma"/>
              <a:cs typeface="Tahoma"/>
            </a:endParaRPr>
          </a:p>
          <a:p>
            <a:pPr marL="12700">
              <a:lnSpc>
                <a:spcPct val="100000"/>
              </a:lnSpc>
              <a:spcBef>
                <a:spcPts val="114"/>
              </a:spcBef>
            </a:pPr>
            <a:endParaRPr lang="en-IN" sz="2950" b="1" spc="-50" dirty="0">
              <a:latin typeface="Tahoma"/>
              <a:cs typeface="Tahoma"/>
            </a:endParaRPr>
          </a:p>
        </p:txBody>
      </p:sp>
      <p:sp>
        <p:nvSpPr>
          <p:cNvPr id="11" name="object 11"/>
          <p:cNvSpPr txBox="1"/>
          <p:nvPr/>
        </p:nvSpPr>
        <p:spPr>
          <a:xfrm>
            <a:off x="1786581" y="6213001"/>
            <a:ext cx="2064385" cy="935512"/>
          </a:xfrm>
          <a:prstGeom prst="rect">
            <a:avLst/>
          </a:prstGeom>
        </p:spPr>
        <p:txBody>
          <a:bodyPr vert="horz" wrap="square" lIns="0" tIns="14604" rIns="0" bIns="0" rtlCol="0">
            <a:spAutoFit/>
          </a:bodyPr>
          <a:lstStyle/>
          <a:p>
            <a:pPr marL="12700">
              <a:lnSpc>
                <a:spcPct val="100000"/>
              </a:lnSpc>
              <a:spcBef>
                <a:spcPts val="114"/>
              </a:spcBef>
            </a:pPr>
            <a:endParaRPr lang="en-IN" sz="2950" b="1" spc="-45" dirty="0">
              <a:latin typeface="Tahoma"/>
              <a:cs typeface="Tahoma"/>
            </a:endParaRPr>
          </a:p>
          <a:p>
            <a:pPr marL="12700">
              <a:lnSpc>
                <a:spcPct val="100000"/>
              </a:lnSpc>
              <a:spcBef>
                <a:spcPts val="114"/>
              </a:spcBef>
            </a:pPr>
            <a:r>
              <a:rPr sz="2950" b="1" spc="-45" dirty="0">
                <a:latin typeface="Tahoma"/>
                <a:cs typeface="Tahoma"/>
              </a:rPr>
              <a:t>Candidate</a:t>
            </a:r>
            <a:endParaRPr sz="2950" dirty="0">
              <a:latin typeface="Tahoma"/>
              <a:cs typeface="Tahom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155" y="238954"/>
            <a:ext cx="19372268" cy="1392625"/>
          </a:xfrm>
          <a:prstGeom prst="rect">
            <a:avLst/>
          </a:prstGeom>
        </p:spPr>
        <p:txBody>
          <a:bodyPr vert="horz" wrap="square" lIns="0" tIns="312357" rIns="0" bIns="0" rtlCol="0">
            <a:spAutoFit/>
          </a:bodyPr>
          <a:lstStyle/>
          <a:p>
            <a:pPr marL="20320" algn="ctr">
              <a:lnSpc>
                <a:spcPct val="100000"/>
              </a:lnSpc>
              <a:spcBef>
                <a:spcPts val="105"/>
              </a:spcBef>
            </a:pPr>
            <a:r>
              <a:rPr lang="en-IN" spc="-140" dirty="0">
                <a:latin typeface="Times New Roman" panose="02020603050405020304" pitchFamily="18" charset="0"/>
                <a:cs typeface="Times New Roman" panose="02020603050405020304" pitchFamily="18" charset="0"/>
              </a:rPr>
              <a:t>INTRODUCTION</a:t>
            </a:r>
            <a:endParaRPr spc="-14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8591FDE6-35F6-DF1C-A999-A130FA3D8E58}"/>
              </a:ext>
            </a:extLst>
          </p:cNvPr>
          <p:cNvSpPr txBox="1"/>
          <p:nvPr/>
        </p:nvSpPr>
        <p:spPr>
          <a:xfrm>
            <a:off x="1735433" y="2682875"/>
            <a:ext cx="17196680" cy="7770845"/>
          </a:xfrm>
          <a:prstGeom prst="rect">
            <a:avLst/>
          </a:prstGeom>
          <a:noFill/>
        </p:spPr>
        <p:txBody>
          <a:bodyPr wrap="square">
            <a:spAutoFit/>
          </a:bodyPr>
          <a:lstStyle/>
          <a:p>
            <a:pPr marL="342900" indent="-342900" algn="just">
              <a:lnSpc>
                <a:spcPct val="150000"/>
              </a:lnSpc>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Video streams are continuous sequences of digital images (frames) displayed rapidly to create the illusion of motion in multimedia and computer vision applications.</a:t>
            </a:r>
          </a:p>
          <a:p>
            <a:pPr marL="342900" indent="-342900" algn="just">
              <a:lnSpc>
                <a:spcPct val="150000"/>
              </a:lnSpc>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Aliasing is a visual distortion that occurs when an image or video is sampled at an insufficient rate, resulting in incorrect representation of fine details.</a:t>
            </a:r>
          </a:p>
          <a:p>
            <a:pPr marL="342900" indent="-342900" algn="just">
              <a:lnSpc>
                <a:spcPct val="150000"/>
              </a:lnSpc>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Common aliasing effects include jagged edges, flickering, and moiré patterns, which reduce the clarity and realism of videos.</a:t>
            </a:r>
          </a:p>
          <a:p>
            <a:pPr marL="342900" indent="-342900" algn="just">
              <a:lnSpc>
                <a:spcPct val="150000"/>
              </a:lnSpc>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Aliasing can affect the performance of applications such as surveillance, medical imaging, autonomous vehicles, and video streaming by reducing visual accuracy.</a:t>
            </a:r>
          </a:p>
          <a:p>
            <a:pPr marL="342900" indent="-342900" algn="just">
              <a:lnSpc>
                <a:spcPct val="150000"/>
              </a:lnSpc>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Various anti-aliasing techniques, such as filtering and super sampling, are used to minimize these artifacts and improve video quality.</a:t>
            </a:r>
          </a:p>
          <a:p>
            <a:pPr marL="342900" indent="-342900" algn="just">
              <a:lnSpc>
                <a:spcPct val="150000"/>
              </a:lnSpc>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This study focuses on analyzing aliasing effects in video streams and demonstrating their impact through simulations and visual examples while exploring methods to reduce these distortions.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F6C3180-AE2B-64C0-465B-98A0571FC7B1}"/>
              </a:ext>
            </a:extLst>
          </p:cNvPr>
          <p:cNvSpPr txBox="1"/>
          <p:nvPr/>
        </p:nvSpPr>
        <p:spPr>
          <a:xfrm>
            <a:off x="5213016" y="5131455"/>
            <a:ext cx="10050378" cy="677108"/>
          </a:xfrm>
          <a:prstGeom prst="rect">
            <a:avLst/>
          </a:prstGeom>
          <a:noFill/>
        </p:spPr>
        <p:txBody>
          <a:bodyPr wrap="square">
            <a:spAutoFit/>
          </a:bodyPr>
          <a:lstStyle/>
          <a:p>
            <a:endParaRPr lang="en-US" sz="2000" dirty="0"/>
          </a:p>
          <a:p>
            <a:r>
              <a:rPr lang="en-US" dirty="0"/>
              <a:t>	</a:t>
            </a:r>
            <a:endParaRPr lang="en-IN" dirty="0"/>
          </a:p>
        </p:txBody>
      </p:sp>
      <p:sp>
        <p:nvSpPr>
          <p:cNvPr id="7" name="TextBox 6">
            <a:extLst>
              <a:ext uri="{FF2B5EF4-FFF2-40B4-BE49-F238E27FC236}">
                <a16:creationId xmlns:a16="http://schemas.microsoft.com/office/drawing/2014/main" id="{CE3CBC98-FE43-D998-93FB-24DF3CAD9138}"/>
              </a:ext>
            </a:extLst>
          </p:cNvPr>
          <p:cNvSpPr txBox="1"/>
          <p:nvPr/>
        </p:nvSpPr>
        <p:spPr>
          <a:xfrm>
            <a:off x="7461250" y="10436603"/>
            <a:ext cx="10050378" cy="369332"/>
          </a:xfrm>
          <a:prstGeom prst="rect">
            <a:avLst/>
          </a:prstGeom>
          <a:noFill/>
        </p:spPr>
        <p:txBody>
          <a:bodyPr wrap="square">
            <a:spAutoFit/>
          </a:bodyPr>
          <a:lstStyle/>
          <a:p>
            <a:r>
              <a:rPr lang="en-IN" dirty="0"/>
              <a:t>		 	</a:t>
            </a:r>
          </a:p>
        </p:txBody>
      </p:sp>
      <p:sp>
        <p:nvSpPr>
          <p:cNvPr id="6" name="TextBox 5">
            <a:extLst>
              <a:ext uri="{FF2B5EF4-FFF2-40B4-BE49-F238E27FC236}">
                <a16:creationId xmlns:a16="http://schemas.microsoft.com/office/drawing/2014/main" id="{71D6F1B7-5C23-E8FB-BF44-C94DF5E03137}"/>
              </a:ext>
            </a:extLst>
          </p:cNvPr>
          <p:cNvSpPr txBox="1"/>
          <p:nvPr/>
        </p:nvSpPr>
        <p:spPr>
          <a:xfrm>
            <a:off x="10238205" y="-78153"/>
            <a:ext cx="10050378" cy="369332"/>
          </a:xfrm>
          <a:prstGeom prst="rect">
            <a:avLst/>
          </a:prstGeom>
          <a:noFill/>
        </p:spPr>
        <p:txBody>
          <a:bodyPr wrap="square">
            <a:spAutoFit/>
          </a:bodyPr>
          <a:lstStyle/>
          <a:p>
            <a:r>
              <a:rPr lang="en-US" dirty="0"/>
              <a:t>								 	.</a:t>
            </a:r>
            <a:endParaRPr lang="en-IN" dirty="0"/>
          </a:p>
        </p:txBody>
      </p:sp>
      <p:sp>
        <p:nvSpPr>
          <p:cNvPr id="3" name="TextBox 2">
            <a:extLst>
              <a:ext uri="{FF2B5EF4-FFF2-40B4-BE49-F238E27FC236}">
                <a16:creationId xmlns:a16="http://schemas.microsoft.com/office/drawing/2014/main" id="{E6F15EB6-DAAD-9781-93D7-DB20490EDD19}"/>
              </a:ext>
            </a:extLst>
          </p:cNvPr>
          <p:cNvSpPr txBox="1"/>
          <p:nvPr/>
        </p:nvSpPr>
        <p:spPr>
          <a:xfrm>
            <a:off x="5784850" y="467153"/>
            <a:ext cx="11582400" cy="1323439"/>
          </a:xfrm>
          <a:prstGeom prst="rect">
            <a:avLst/>
          </a:prstGeom>
          <a:noFill/>
        </p:spPr>
        <p:txBody>
          <a:bodyPr wrap="square" rtlCol="0">
            <a:spAutoFit/>
          </a:bodyPr>
          <a:lstStyle/>
          <a:p>
            <a:r>
              <a:rPr lang="en-IN" sz="8000" b="1" dirty="0">
                <a:latin typeface="Times New Roman" panose="02020603050405020304" pitchFamily="18" charset="0"/>
                <a:cs typeface="Times New Roman" panose="02020603050405020304" pitchFamily="18" charset="0"/>
              </a:rPr>
              <a:t>OBJECTIVE</a:t>
            </a:r>
          </a:p>
        </p:txBody>
      </p:sp>
      <p:sp>
        <p:nvSpPr>
          <p:cNvPr id="9" name="TextBox 8">
            <a:extLst>
              <a:ext uri="{FF2B5EF4-FFF2-40B4-BE49-F238E27FC236}">
                <a16:creationId xmlns:a16="http://schemas.microsoft.com/office/drawing/2014/main" id="{EEDF531D-36BF-6249-420A-6CCE9B786B3E}"/>
              </a:ext>
            </a:extLst>
          </p:cNvPr>
          <p:cNvSpPr txBox="1"/>
          <p:nvPr/>
        </p:nvSpPr>
        <p:spPr>
          <a:xfrm>
            <a:off x="1746250" y="2301875"/>
            <a:ext cx="16078200" cy="8867812"/>
          </a:xfrm>
          <a:prstGeom prst="rect">
            <a:avLst/>
          </a:prstGeom>
          <a:noFill/>
        </p:spPr>
        <p:txBody>
          <a:bodyPr wrap="square">
            <a:spAutoFit/>
          </a:bodyPr>
          <a:lstStyle/>
          <a:p>
            <a:pPr marL="457200" indent="-457200" algn="just">
              <a:lnSpc>
                <a:spcPct val="150000"/>
              </a:lnSpc>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To understand the concept of aliasing and how it occurs in digital images and video streams during the sampling process.</a:t>
            </a:r>
          </a:p>
          <a:p>
            <a:pPr marL="457200" indent="-457200" algn="just">
              <a:lnSpc>
                <a:spcPct val="150000"/>
              </a:lnSpc>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To identify the different types of aliasing effects, such as jagged edges, flickering, and moiré patterns, that affect video quality.</a:t>
            </a:r>
          </a:p>
          <a:p>
            <a:pPr marL="457200" indent="-457200" algn="just">
              <a:lnSpc>
                <a:spcPct val="150000"/>
              </a:lnSpc>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To demonstrate aliasing effects using simulations or visual examples for better understanding of the problem.</a:t>
            </a:r>
          </a:p>
          <a:p>
            <a:pPr marL="457200" indent="-457200" algn="just">
              <a:lnSpc>
                <a:spcPct val="150000"/>
              </a:lnSpc>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To analyze the impact of aliasing on the visual quality, accuracy, and performance of video processing systems.</a:t>
            </a:r>
          </a:p>
          <a:p>
            <a:pPr marL="457200" indent="-457200" algn="just">
              <a:lnSpc>
                <a:spcPct val="150000"/>
              </a:lnSpc>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To study and evaluate anti-aliasing techniques, such as filtering and </a:t>
            </a:r>
            <a:r>
              <a:rPr lang="en-US" sz="3200" dirty="0" err="1">
                <a:latin typeface="Times New Roman" panose="02020603050405020304" pitchFamily="18" charset="0"/>
                <a:cs typeface="Times New Roman" panose="02020603050405020304" pitchFamily="18" charset="0"/>
              </a:rPr>
              <a:t>supersampling</a:t>
            </a:r>
            <a:r>
              <a:rPr lang="en-US" sz="3200" dirty="0">
                <a:latin typeface="Times New Roman" panose="02020603050405020304" pitchFamily="18" charset="0"/>
                <a:cs typeface="Times New Roman" panose="02020603050405020304" pitchFamily="18" charset="0"/>
              </a:rPr>
              <a:t>, for reducing aliasing artifacts.</a:t>
            </a:r>
          </a:p>
          <a:p>
            <a:pPr marL="457200" indent="-457200" algn="just">
              <a:lnSpc>
                <a:spcPct val="150000"/>
              </a:lnSpc>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To compare the results before and after applying anti-aliasing methods and assess the improvement in video quality.</a:t>
            </a:r>
            <a:endParaRPr lang="en-IN"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480050" y="396875"/>
            <a:ext cx="9821427" cy="1546514"/>
          </a:xfrm>
          <a:prstGeom prst="rect">
            <a:avLst/>
          </a:prstGeom>
        </p:spPr>
        <p:txBody>
          <a:bodyPr vert="horz" wrap="square" lIns="0" tIns="312357" rIns="0" bIns="0" rtlCol="0">
            <a:spAutoFit/>
          </a:bodyPr>
          <a:lstStyle/>
          <a:p>
            <a:pPr marL="20320">
              <a:lnSpc>
                <a:spcPct val="100000"/>
              </a:lnSpc>
              <a:spcBef>
                <a:spcPts val="105"/>
              </a:spcBef>
            </a:pPr>
            <a:r>
              <a:rPr lang="en-IN" sz="8000" spc="-310" dirty="0">
                <a:latin typeface="Times New Roman" panose="02020603050405020304" pitchFamily="18" charset="0"/>
                <a:cs typeface="Times New Roman" panose="02020603050405020304" pitchFamily="18" charset="0"/>
              </a:rPr>
              <a:t>EXISTING SYSTEM </a:t>
            </a:r>
            <a:endParaRPr sz="8000" spc="-310" dirty="0">
              <a:latin typeface="Times New Roman" panose="02020603050405020304" pitchFamily="18" charset="0"/>
              <a:cs typeface="Times New Roman" panose="02020603050405020304" pitchFamily="18" charset="0"/>
            </a:endParaRPr>
          </a:p>
        </p:txBody>
      </p:sp>
      <p:sp>
        <p:nvSpPr>
          <p:cNvPr id="4" name="object 4"/>
          <p:cNvSpPr txBox="1">
            <a:spLocks noGrp="1"/>
          </p:cNvSpPr>
          <p:nvPr>
            <p:ph type="sldNum" sz="quarter" idx="7"/>
          </p:nvPr>
        </p:nvSpPr>
        <p:spPr>
          <a:prstGeom prst="rect">
            <a:avLst/>
          </a:prstGeom>
        </p:spPr>
        <p:txBody>
          <a:bodyPr vert="horz" wrap="square" lIns="0" tIns="12065" rIns="0" bIns="0" rtlCol="0">
            <a:spAutoFit/>
          </a:bodyPr>
          <a:lstStyle/>
          <a:p>
            <a:pPr marL="64769">
              <a:lnSpc>
                <a:spcPct val="100000"/>
              </a:lnSpc>
              <a:spcBef>
                <a:spcPts val="95"/>
              </a:spcBef>
            </a:pPr>
            <a:fld id="{81D60167-4931-47E6-BA6A-407CBD079E47}" type="slidenum">
              <a:rPr spc="-50" dirty="0"/>
              <a:t>4</a:t>
            </a:fld>
            <a:endParaRPr spc="-50" dirty="0"/>
          </a:p>
        </p:txBody>
      </p:sp>
      <p:sp>
        <p:nvSpPr>
          <p:cNvPr id="6" name="TextBox 5">
            <a:extLst>
              <a:ext uri="{FF2B5EF4-FFF2-40B4-BE49-F238E27FC236}">
                <a16:creationId xmlns:a16="http://schemas.microsoft.com/office/drawing/2014/main" id="{8D82FDDB-D20A-DC52-F555-F1BF84D186ED}"/>
              </a:ext>
            </a:extLst>
          </p:cNvPr>
          <p:cNvSpPr txBox="1"/>
          <p:nvPr/>
        </p:nvSpPr>
        <p:spPr>
          <a:xfrm>
            <a:off x="1052771" y="2232855"/>
            <a:ext cx="17753211" cy="8867812"/>
          </a:xfrm>
          <a:prstGeom prst="rect">
            <a:avLst/>
          </a:prstGeom>
          <a:noFill/>
        </p:spPr>
        <p:txBody>
          <a:bodyPr wrap="square">
            <a:spAutoFit/>
          </a:bodyPr>
          <a:lstStyle/>
          <a:p>
            <a:pPr marL="457200" indent="-457200" algn="just">
              <a:lnSpc>
                <a:spcPct val="150000"/>
              </a:lnSpc>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Existing video processing systems capture and display video using standard sampling and rendering techniques without fully addressing aliasing effects.</a:t>
            </a:r>
          </a:p>
          <a:p>
            <a:pPr marL="457200" indent="-457200" algn="just">
              <a:lnSpc>
                <a:spcPct val="150000"/>
              </a:lnSpc>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When videos contain high-frequency details or fast-moving objects, aliasing artifacts such as jagged edges, flickering, and moiré patterns often appear.</a:t>
            </a:r>
          </a:p>
          <a:p>
            <a:pPr marL="457200" indent="-457200" algn="just">
              <a:lnSpc>
                <a:spcPct val="150000"/>
              </a:lnSpc>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Most traditional systems use basic filtering methods, which reduce some distortions but cannot completely eliminate aliasing.</a:t>
            </a:r>
          </a:p>
          <a:p>
            <a:pPr marL="457200" indent="-457200" algn="just">
              <a:lnSpc>
                <a:spcPct val="150000"/>
              </a:lnSpc>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The quality of videos may decrease when displayed at low resolutions or lower frame rates, making aliasing more noticeable.</a:t>
            </a:r>
          </a:p>
          <a:p>
            <a:pPr marL="457200" indent="-457200" algn="just">
              <a:lnSpc>
                <a:spcPct val="150000"/>
              </a:lnSpc>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Existing methods often provide limited visual quality improvement and may increase computational cost when advanced anti-aliasing techniques are applied.</a:t>
            </a:r>
          </a:p>
          <a:p>
            <a:pPr marL="457200" indent="-457200" algn="just">
              <a:lnSpc>
                <a:spcPct val="150000"/>
              </a:lnSpc>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Therefore, there is a need for better analysis and efficient anti-aliasing methods to improve the overall quality of video streams.</a:t>
            </a:r>
            <a:endParaRPr lang="en-IN"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058B20B-B9BD-5DA6-6F98-FAC8CAE36215}"/>
              </a:ext>
            </a:extLst>
          </p:cNvPr>
          <p:cNvSpPr txBox="1"/>
          <p:nvPr/>
        </p:nvSpPr>
        <p:spPr>
          <a:xfrm>
            <a:off x="4184650" y="777875"/>
            <a:ext cx="13868400" cy="1323439"/>
          </a:xfrm>
          <a:prstGeom prst="rect">
            <a:avLst/>
          </a:prstGeom>
          <a:noFill/>
        </p:spPr>
        <p:txBody>
          <a:bodyPr wrap="square" rtlCol="0">
            <a:spAutoFit/>
          </a:bodyPr>
          <a:lstStyle/>
          <a:p>
            <a:r>
              <a:rPr lang="en-IN" sz="8000" b="1" dirty="0">
                <a:latin typeface="Times New Roman" panose="02020603050405020304" pitchFamily="18" charset="0"/>
                <a:cs typeface="Times New Roman" panose="02020603050405020304" pitchFamily="18" charset="0"/>
              </a:rPr>
              <a:t>PROPOSED SYSTEM</a:t>
            </a:r>
          </a:p>
        </p:txBody>
      </p:sp>
      <p:sp>
        <p:nvSpPr>
          <p:cNvPr id="4" name="TextBox 3">
            <a:extLst>
              <a:ext uri="{FF2B5EF4-FFF2-40B4-BE49-F238E27FC236}">
                <a16:creationId xmlns:a16="http://schemas.microsoft.com/office/drawing/2014/main" id="{5C5C8328-A63E-8142-CB13-787CCF6A8071}"/>
              </a:ext>
            </a:extLst>
          </p:cNvPr>
          <p:cNvSpPr txBox="1"/>
          <p:nvPr/>
        </p:nvSpPr>
        <p:spPr>
          <a:xfrm>
            <a:off x="908050" y="3140990"/>
            <a:ext cx="18059400" cy="7390485"/>
          </a:xfrm>
          <a:prstGeom prst="rect">
            <a:avLst/>
          </a:prstGeom>
          <a:noFill/>
        </p:spPr>
        <p:txBody>
          <a:bodyPr wrap="square">
            <a:spAutoFit/>
          </a:bodyPr>
          <a:lstStyle/>
          <a:p>
            <a:pPr marL="457200" indent="-457200">
              <a:lnSpc>
                <a:spcPct val="150000"/>
              </a:lnSpc>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The proposed system analyzes aliasing effects in video streams using simulations and visual examples to identify different types of visual distortions.</a:t>
            </a:r>
          </a:p>
          <a:p>
            <a:pPr marL="457200" indent="-457200">
              <a:lnSpc>
                <a:spcPct val="150000"/>
              </a:lnSpc>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It detects common aliasing artifacts such as jagged edges, flickering, and moiré patterns in video frames.</a:t>
            </a:r>
          </a:p>
          <a:p>
            <a:pPr marL="457200" indent="-457200">
              <a:lnSpc>
                <a:spcPct val="150000"/>
              </a:lnSpc>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The system applies anti-aliasing techniques, such as filtering and smoothing, to reduce these distortions and improve video quality.</a:t>
            </a:r>
          </a:p>
          <a:p>
            <a:pPr marL="457200" indent="-457200">
              <a:lnSpc>
                <a:spcPct val="150000"/>
              </a:lnSpc>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It compares the original video with the processed video to evaluate the effectiveness of the anti-aliasing methods.</a:t>
            </a:r>
          </a:p>
          <a:p>
            <a:pPr marL="457200" indent="-457200">
              <a:lnSpc>
                <a:spcPct val="150000"/>
              </a:lnSpc>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The system measures improvements in terms of visual clarity, image sharpness, and overall video quality.</a:t>
            </a:r>
          </a:p>
          <a:p>
            <a:pPr marL="457200" indent="-457200">
              <a:lnSpc>
                <a:spcPct val="150000"/>
              </a:lnSpc>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The proposed approach provides a simple and effective solution for analyzing and minimizing aliasing effects in digital video streams.</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48740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76CE5DC-908D-2932-29DB-ABD40558EC39}"/>
              </a:ext>
            </a:extLst>
          </p:cNvPr>
          <p:cNvSpPr txBox="1"/>
          <p:nvPr/>
        </p:nvSpPr>
        <p:spPr>
          <a:xfrm>
            <a:off x="1974850" y="3521075"/>
            <a:ext cx="16154400" cy="5809732"/>
          </a:xfrm>
          <a:prstGeom prst="rect">
            <a:avLst/>
          </a:prstGeom>
          <a:noFill/>
        </p:spPr>
        <p:txBody>
          <a:bodyPr wrap="square">
            <a:spAutoFit/>
          </a:bodyPr>
          <a:lstStyle/>
          <a:p>
            <a:pPr algn="just">
              <a:lnSpc>
                <a:spcPct val="150000"/>
              </a:lnSpc>
            </a:pPr>
            <a:r>
              <a:rPr lang="en-IN" sz="3600" dirty="0">
                <a:latin typeface="Times New Roman" panose="02020603050405020304" pitchFamily="18" charset="0"/>
                <a:cs typeface="Times New Roman" panose="02020603050405020304" pitchFamily="18" charset="0"/>
              </a:rPr>
              <a:t>This study analyzes the aliasing effects in video streams and explains how insufficient sampling causes visual artifacts such as jagged edges, flickering, and moiré patterns. Simulations and visual examples help demonstrate the impact of these distortions on video quality. By applying anti-aliasing techniques, the system significantly improves visual clarity and reduces unwanted artifacts. Overall, the proposed approach provides an effective method for understanding, analyzing, and minimizing aliasing, resulting in better-quality video streams and enhanced viewing experience.</a:t>
            </a:r>
          </a:p>
        </p:txBody>
      </p:sp>
      <p:sp>
        <p:nvSpPr>
          <p:cNvPr id="4" name="TextBox 3">
            <a:extLst>
              <a:ext uri="{FF2B5EF4-FFF2-40B4-BE49-F238E27FC236}">
                <a16:creationId xmlns:a16="http://schemas.microsoft.com/office/drawing/2014/main" id="{F359B408-2E31-A8D8-3A10-0A7C545458BD}"/>
              </a:ext>
            </a:extLst>
          </p:cNvPr>
          <p:cNvSpPr txBox="1"/>
          <p:nvPr/>
        </p:nvSpPr>
        <p:spPr>
          <a:xfrm>
            <a:off x="6165850" y="1006475"/>
            <a:ext cx="12192000" cy="1323439"/>
          </a:xfrm>
          <a:prstGeom prst="rect">
            <a:avLst/>
          </a:prstGeom>
          <a:noFill/>
        </p:spPr>
        <p:txBody>
          <a:bodyPr wrap="square" rtlCol="0">
            <a:spAutoFit/>
          </a:bodyPr>
          <a:lstStyle/>
          <a:p>
            <a:r>
              <a:rPr lang="en-IN" sz="8000" b="1" dirty="0">
                <a:latin typeface="Times New Roman" panose="02020603050405020304" pitchFamily="18" charset="0"/>
                <a:cs typeface="Times New Roman" panose="02020603050405020304" pitchFamily="18" charset="0"/>
              </a:rPr>
              <a:t>CONCLUSION</a:t>
            </a:r>
          </a:p>
        </p:txBody>
      </p:sp>
    </p:spTree>
    <p:extLst>
      <p:ext uri="{BB962C8B-B14F-4D97-AF65-F5344CB8AC3E}">
        <p14:creationId xmlns:p14="http://schemas.microsoft.com/office/powerpoint/2010/main" val="37229366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5697</TotalTime>
  <Words>668</Words>
  <Application>Microsoft Office PowerPoint</Application>
  <PresentationFormat>Custom</PresentationFormat>
  <Paragraphs>54</Paragraphs>
  <Slides>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Calibri</vt:lpstr>
      <vt:lpstr>Tahoma</vt:lpstr>
      <vt:lpstr>Times New Roman</vt:lpstr>
      <vt:lpstr>Wingdings</vt:lpstr>
      <vt:lpstr>Office Theme</vt:lpstr>
      <vt:lpstr>SIMATS ENGINEERING</vt:lpstr>
      <vt:lpstr>INTRODUCTION</vt:lpstr>
      <vt:lpstr>PowerPoint Presentation</vt:lpstr>
      <vt:lpstr>EXISTING SYSTEM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CSA1530- Cloud Computing and Bigdata Analytics Capstone Project Template.pptx</dc:title>
  <dc:creator>Lathika S</dc:creator>
  <cp:lastModifiedBy>Lathika S</cp:lastModifiedBy>
  <cp:revision>9</cp:revision>
  <dcterms:created xsi:type="dcterms:W3CDTF">2025-09-29T08:26:24Z</dcterms:created>
  <dcterms:modified xsi:type="dcterms:W3CDTF">2026-07-21T03:42:02Z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2025-09-29T00:00:00Z</vt:filetime>
  </property>
  <property fmtid="{D5CDD505-2E9C-101B-9397-08002B2CF9AE}" pid="3" name="Creator">
    <vt:lpwstr>Google</vt:lpwstr>
  </property>
  <property fmtid="{D5CDD505-2E9C-101B-9397-08002B2CF9AE}" pid="4" name="LastSaved">
    <vt:filetime>2025-09-29T00:00:00Z</vt:filetime>
  </property>
</Properties>
</file>